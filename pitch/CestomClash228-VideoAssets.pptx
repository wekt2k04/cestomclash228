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3961765" cy="8572500"/>
  <p:notesSz cx="8572500" cy="39617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201168"/>
            <a:ext cx="34866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Hook 0–10s — le problème avant CestomClash228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 rot="-360000">
            <a:off x="292608" y="9601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4" name="Text 2"/>
          <p:cNvSpPr/>
          <p:nvPr/>
        </p:nvSpPr>
        <p:spPr>
          <a:xfrm rot="-360000">
            <a:off x="365760" y="960120"/>
            <a:ext cx="1956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quelqu’un sait où on paie la taxe de séjour ??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 rot="240000">
            <a:off x="2331720" y="123444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6" name="Text 4"/>
          <p:cNvSpPr/>
          <p:nvPr/>
        </p:nvSpPr>
        <p:spPr>
          <a:xfrm rot="240000">
            <a:off x="2404872" y="1234440"/>
            <a:ext cx="12710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[vocal 0:52]  ·  +33 non lus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 rot="180000">
            <a:off x="457200" y="178308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8" name="Text 6"/>
          <p:cNvSpPr/>
          <p:nvPr/>
        </p:nvSpPr>
        <p:spPr>
          <a:xfrm rot="180000">
            <a:off x="530352" y="1783080"/>
            <a:ext cx="20482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URGENT quelqu’un a un logement pour demain 🙏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 rot="-240000">
            <a:off x="2331720" y="2331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10" name="Text 8"/>
          <p:cNvSpPr/>
          <p:nvPr/>
        </p:nvSpPr>
        <p:spPr>
          <a:xfrm rot="-240000">
            <a:off x="2404872" y="2331720"/>
            <a:ext cx="122529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[image]  [image]  [image]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 rot="300000">
            <a:off x="274320" y="507492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12" name="Text 10"/>
          <p:cNvSpPr/>
          <p:nvPr/>
        </p:nvSpPr>
        <p:spPr>
          <a:xfrm rot="300000">
            <a:off x="347472" y="507492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c’est déjà répondu plus haut je crois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rot="-180000">
            <a:off x="2148840" y="55321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14" name="Text 12"/>
          <p:cNvSpPr/>
          <p:nvPr/>
        </p:nvSpPr>
        <p:spPr>
          <a:xfrm rot="-180000">
            <a:off x="2221992" y="5532120"/>
            <a:ext cx="14081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quelqu’un peut réexpliquer la CNSS 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 rot="-300000">
            <a:off x="502920" y="5989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24130F">
              <a:alpha val="85000"/>
            </a:srgbClr>
          </a:solidFill>
        </p:spPr>
      </p:sp>
      <p:sp>
        <p:nvSpPr>
          <p:cNvPr id="16" name="Text 14"/>
          <p:cNvSpPr/>
          <p:nvPr/>
        </p:nvSpPr>
        <p:spPr>
          <a:xfrm rot="-300000">
            <a:off x="576072" y="5989320"/>
            <a:ext cx="17739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perso j’ai abandonné ce groupe 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61008" y="324612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F716A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?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414120" y="4160520"/>
            <a:ext cx="1133856" cy="868680"/>
          </a:xfrm>
          <a:prstGeom prst="roundRect">
            <a:avLst>
              <a:gd name="adj" fmla="val 31579"/>
            </a:avLst>
          </a:prstGeom>
          <a:solidFill>
            <a:srgbClr val="2C1C17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7000" y="3429000"/>
            <a:ext cx="768096" cy="768096"/>
          </a:xfrm>
          <a:prstGeom prst="ellipse">
            <a:avLst/>
          </a:prstGeom>
          <a:solidFill>
            <a:srgbClr val="2C1C17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6903720"/>
            <a:ext cx="3120847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Débarquer au Maroc, et devoir tout réapprendre seul.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" y="7543800"/>
            <a:ext cx="293796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Noyé·e dans des groupes WhatsApp qui n’aident plus personne.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320040"/>
            <a:ext cx="348660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</a:t>
            </a:r>
            <a:r>
              <a:rPr lang="en-US" sz="1700" b="1" kern="0" spc="100" dirty="0">
                <a:solidFill>
                  <a:srgbClr val="EAB532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228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37744" y="658368"/>
            <a:ext cx="34866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7940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Explore. Partage. Level-up.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7744" y="1234440"/>
            <a:ext cx="3486607" cy="3291840"/>
          </a:xfrm>
          <a:prstGeom prst="roundRect">
            <a:avLst>
              <a:gd name="adj" fmla="val 2222"/>
            </a:avLst>
          </a:prstGeom>
          <a:ln w="12700">
            <a:solidFill>
              <a:srgbClr val="6345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740" y="2678018"/>
            <a:ext cx="445666" cy="43685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032" y="2721704"/>
            <a:ext cx="785375" cy="233952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721704"/>
            <a:ext cx="962902" cy="1438816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6406" y="2670515"/>
            <a:ext cx="390059" cy="51189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6406" y="1600200"/>
            <a:ext cx="11699" cy="1121504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6406" y="2265314"/>
            <a:ext cx="1792185" cy="456390"/>
          </a:xfrm>
          <a:prstGeom prst="line">
            <a:avLst/>
          </a:prstGeom>
          <a:noFill/>
          <a:ln w="9525">
            <a:solidFill>
              <a:srgbClr val="ED7940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6440" y="2563718"/>
            <a:ext cx="228600" cy="228600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7112" y="2851736"/>
            <a:ext cx="207840" cy="207840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6485" y="4083501"/>
            <a:ext cx="154038" cy="154038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83311" y="2597361"/>
            <a:ext cx="146308" cy="146308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26174" y="1548268"/>
            <a:ext cx="103863" cy="103863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2871" y="2219594"/>
            <a:ext cx="91440" cy="91440"/>
          </a:xfrm>
          <a:prstGeom prst="ellipse">
            <a:avLst/>
          </a:prstGeom>
          <a:solidFill>
            <a:srgbClr val="EAB532"/>
          </a:solidFill>
          <a:ln w="9525">
            <a:solidFill>
              <a:srgbClr val="1A0704"/>
            </a:solidFill>
            <a:prstDash val="solid"/>
          </a:ln>
          <a:effectLst>
            <a:outerShdw blurRad="63500" dist="50800" dir="16200000" algn="bl" rotWithShape="0">
              <a:srgbClr val="EAB532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" y="4142232"/>
            <a:ext cx="3212287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Rabat 220  ·  Casablanca 180  ·  Marrakech 95  ·  Fès 85  ·  Tanger 40  ·  Oujda 30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7744" y="4800600"/>
            <a:ext cx="3486607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AB532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650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membres, 6 villes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20624" y="5760720"/>
            <a:ext cx="3120847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Chaque astuce, chaque piège administratif — épinglé, visible par tous.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201168"/>
            <a:ext cx="34866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CESTOMCLASH228 — Bounty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37744" y="1188720"/>
            <a:ext cx="3486607" cy="5120640"/>
          </a:xfrm>
          <a:prstGeom prst="roundRect">
            <a:avLst>
              <a:gd name="adj" fmla="val 2360"/>
            </a:avLst>
          </a:prstGeom>
          <a:ln w="12700">
            <a:solidFill>
              <a:srgbClr val="63453A"/>
            </a:solidFill>
            <a:prstDash val="solid"/>
          </a:ln>
          <a:effectLst>
            <a:outerShdw blurRad="127000" dist="50800" dir="16200000" algn="bl" rotWithShape="0">
              <a:srgbClr val="ED794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" y="14630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A0704"/>
          </a:solidFill>
        </p:spPr>
      </p:sp>
      <p:sp>
        <p:nvSpPr>
          <p:cNvPr id="5" name="Text 3"/>
          <p:cNvSpPr/>
          <p:nvPr/>
        </p:nvSpPr>
        <p:spPr>
          <a:xfrm>
            <a:off x="466344" y="1463040"/>
            <a:ext cx="1005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7940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🔥 Urgent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352751" y="1463040"/>
            <a:ext cx="1143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504D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02:14:59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965960"/>
            <a:ext cx="3029407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Besoin d’aide algo en urgence à la BU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" y="2606040"/>
            <a:ext cx="3029407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Bloqué sur un exo de structures de données avant le rendu de demain matin. Une heure de ton temps peut débloquer toute ma nuit.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" y="3611880"/>
            <a:ext cx="30294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Rabat · publié par Kodjo T. il y a 12 min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" y="4069080"/>
            <a:ext cx="3029407" cy="914"/>
          </a:xfrm>
          <a:prstGeom prst="line">
            <a:avLst/>
          </a:prstGeom>
          <a:noFill/>
          <a:ln w="12700">
            <a:solidFill>
              <a:srgbClr val="6345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4251960"/>
            <a:ext cx="30294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Réputation de qui a déjà aidé sur cette Bounty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7940"/>
          </a:solidFill>
          <a:ln w="12700">
            <a:solidFill>
              <a:srgbClr val="ED79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4617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805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7940"/>
          </a:solidFill>
          <a:ln w="12700">
            <a:solidFill>
              <a:srgbClr val="ED79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617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805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7940"/>
          </a:solidFill>
          <a:ln w="12700">
            <a:solidFill>
              <a:srgbClr val="ED79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617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805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4288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7940"/>
          </a:solidFill>
          <a:ln w="12700">
            <a:solidFill>
              <a:srgbClr val="ED7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4617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805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16936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0704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4617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A79C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" y="5257800"/>
            <a:ext cx="30294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4/5 — noté par l’auteur après résolution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" y="5623560"/>
            <a:ext cx="3029407" cy="502920"/>
          </a:xfrm>
          <a:prstGeom prst="roundRect">
            <a:avLst>
              <a:gd name="adj" fmla="val 18182"/>
            </a:avLst>
          </a:prstGeom>
          <a:solidFill>
            <a:srgbClr val="ED7940"/>
          </a:solidFill>
        </p:spPr>
      </p:sp>
      <p:sp>
        <p:nvSpPr>
          <p:cNvPr id="24" name="Text 22"/>
          <p:cNvSpPr/>
          <p:nvPr/>
        </p:nvSpPr>
        <p:spPr>
          <a:xfrm>
            <a:off x="466344" y="5623560"/>
            <a:ext cx="3029407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805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Résoudre cette Bounty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201168"/>
            <a:ext cx="348660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Vision — Ghost Mode, anonymat réversible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0624" y="2103120"/>
            <a:ext cx="312084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Ton espace, ton rythme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4944" y="2606040"/>
            <a:ext cx="2572207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Pas prêt à publier à visage découvert ? Passe en Fantôme — révèle-toi quand tu veux.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57784" y="3931920"/>
            <a:ext cx="2846527" cy="1234440"/>
          </a:xfrm>
          <a:prstGeom prst="roundRect">
            <a:avLst>
              <a:gd name="adj" fmla="val 37037"/>
            </a:avLst>
          </a:prstGeom>
          <a:solidFill>
            <a:srgbClr val="24130F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4069080"/>
            <a:ext cx="640080" cy="640080"/>
          </a:xfrm>
          <a:prstGeom prst="ellipse">
            <a:avLst/>
          </a:prstGeom>
        </p:spPr>
      </p:sp>
      <p:sp>
        <p:nvSpPr>
          <p:cNvPr id="7" name="Text 5"/>
          <p:cNvSpPr/>
          <p:nvPr/>
        </p:nvSpPr>
        <p:spPr>
          <a:xfrm>
            <a:off x="877824" y="40690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" y="48006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Public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15288" y="4315968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2C1C17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9336" y="4361688"/>
            <a:ext cx="292608" cy="292608"/>
          </a:xfrm>
          <a:prstGeom prst="ellipse">
            <a:avLst/>
          </a:prstGeom>
          <a:solidFill>
            <a:srgbClr val="F6F1EB"/>
          </a:solidFill>
        </p:spPr>
      </p:sp>
      <p:sp>
        <p:nvSpPr>
          <p:cNvPr id="11" name="Shape 9"/>
          <p:cNvSpPr/>
          <p:nvPr/>
        </p:nvSpPr>
        <p:spPr>
          <a:xfrm>
            <a:off x="2444191" y="4069080"/>
            <a:ext cx="640080" cy="640080"/>
          </a:xfrm>
          <a:prstGeom prst="ellipse">
            <a:avLst/>
          </a:prstGeom>
          <a:solidFill>
            <a:srgbClr val="2C1C17"/>
          </a:solidFill>
          <a:ln w="12700">
            <a:solidFill>
              <a:srgbClr val="634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4191" y="40690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5591" y="48006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1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Fantôme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5532120"/>
            <a:ext cx="2755087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ABA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Safe Space : </a:t>
            </a:r>
            <a:r>
              <a:rPr lang="en-US" sz="95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ton identité reste protégée tant que tu ne révèles pas ton post toi-même.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8" y="2011680"/>
            <a:ext cx="2926080" cy="2926080"/>
          </a:xfrm>
          <a:prstGeom prst="ellipse">
            <a:avLst/>
          </a:prstGeom>
          <a:solidFill>
            <a:srgbClr val="ED7940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84810" y="2437765"/>
            <a:ext cx="3192780" cy="3511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CESTOMCLASH</a:t>
            </a:r>
            <a:r>
              <a:rPr lang="en-US" b="1" kern="0" spc="100" dirty="0">
                <a:solidFill>
                  <a:srgbClr val="EAB532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228</a:t>
            </a:r>
            <a:endParaRPr lang="en-US" b="1" kern="0" spc="100" dirty="0">
              <a:solidFill>
                <a:srgbClr val="EAB532"/>
              </a:solidFill>
              <a:latin typeface="Bahnschrift" panose="020B0502040204020203" pitchFamily="34" charset="0"/>
              <a:ea typeface="Bahnschrift" panose="020B0502040204020203" pitchFamily="34" charset="-122"/>
              <a:cs typeface="Bahnschrift" panose="020B05020402040202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744" y="3200400"/>
            <a:ext cx="3486607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AB532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650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18414" y="3954780"/>
            <a:ext cx="293796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étudiants togolais dans le réseau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" y="5577840"/>
            <a:ext cx="348660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D7940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Explore. Partage. Level-up.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" y="6675120"/>
            <a:ext cx="3486607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1EB"/>
                </a:solidFill>
                <a:latin typeface="Bahnschrift" panose="020B0502040204020203" pitchFamily="34" charset="0"/>
                <a:ea typeface="Bahnschrift" panose="020B0502040204020203" pitchFamily="34" charset="-122"/>
                <a:cs typeface="Bahnschrift" panose="020B0502040204020203" pitchFamily="34" charset="-120"/>
              </a:rPr>
              <a:t>Votez CestomClash228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" y="7086600"/>
            <a:ext cx="348660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716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Concours CréaAfrica 2026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639064" y="2563495"/>
            <a:ext cx="293796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altLang="en-US" sz="1100" dirty="0">
                <a:solidFill>
                  <a:srgbClr val="B8A79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fait pour bénéficier environs..</a:t>
            </a:r>
            <a:endParaRPr lang="fr-FR" altLang="en-US" sz="1100" dirty="0">
              <a:solidFill>
                <a:srgbClr val="B8A79C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1380</Words>
  <Application>WPS Presentation</Application>
  <PresentationFormat>On-screen Show (16:9)</PresentationFormat>
  <Paragraphs>91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Segoe UI</vt:lpstr>
      <vt:lpstr>Segoe UI</vt:lpstr>
      <vt:lpstr>Segoe UI</vt:lpstr>
      <vt:lpstr>Bahnschrift</vt:lpstr>
      <vt:lpstr>Bahnschrift</vt:lpstr>
      <vt:lpstr>Bahnschrift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CestomClash228 — Assets vidéo</dc:title>
  <dc:creator>Wilfried TSETSE</dc:creator>
  <dc:subject>PptxGenJS Presentation</dc:subject>
  <cp:lastModifiedBy>Wilfried</cp:lastModifiedBy>
  <cp:revision>2</cp:revision>
  <dcterms:created xsi:type="dcterms:W3CDTF">2026-09-05T14:20:00Z</dcterms:created>
  <dcterms:modified xsi:type="dcterms:W3CDTF">2026-09-05T14:25:01Z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73A54B2868A94F939D31B015DDAD9F78_12</vt:lpwstr>
  </property>
  <property fmtid="{D5CDD505-2E9C-101B-9397-08002B2CF9AE}" pid="3" name="KSOProductBuildVer">
    <vt:lpwstr>1033-12.1.0.28485</vt:lpwstr>
  </property>
</Properties>
</file>